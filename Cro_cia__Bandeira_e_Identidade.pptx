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76240" y="603647"/>
            <a:ext cx="3591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50" b="1" spc="3" kern="0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 CROÁCIA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3086100" y="2096691"/>
            <a:ext cx="2971800" cy="1543050"/>
          </a:xfrm>
          <a:prstGeom prst="rect">
            <a:avLst/>
          </a:prstGeom>
          <a:solidFill>
            <a:srgbClr val="000000">
              <a:alpha val="0"/>
            </a:srgbClr>
          </a:solidFill>
          <a:ln w="54864">
            <a:solidFill>
              <a:srgbClr val="00339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2153841"/>
            <a:ext cx="2857500" cy="1428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528120" y="4082653"/>
            <a:ext cx="20877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Trabalho feito por: </a:t>
            </a:r>
            <a:r>
              <a:rPr lang="en-US" sz="12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r>
              <a:rPr lang="en-US" sz="12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Lucca, Emily, Laura, Isadora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52155" y="285750"/>
            <a:ext cx="3239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Cores e Significados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293019"/>
            <a:ext cx="4286250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Adotada em 1990, a bandeira utiliza as cores tradicionais eslavas com simbolismos profundos: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28625" y="1843088"/>
            <a:ext cx="4286250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Vermelho (Superior):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Simboliza a coragem e o sangue derramado pelos heróis da nação croata.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28625" y="2488871"/>
            <a:ext cx="4286250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Branco (Central):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Representa a paz e a liberdade conquistadas com determinação.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28625" y="3134655"/>
            <a:ext cx="4286250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0033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Azul (Inferior):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Simboliza a lealdade e a justiça que regem o povo e o Estado.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8625" y="1843088"/>
            <a:ext cx="53578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8625" y="2488871"/>
            <a:ext cx="53578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8625" y="3134655"/>
            <a:ext cx="53578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293019"/>
            <a:ext cx="357187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496" y="285750"/>
            <a:ext cx="406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Hino Nacional da Croácia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66741" y="1364456"/>
            <a:ext cx="357187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"Lijepa naša domovino"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66741" y="1773436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título do hino nacional croata traduz-se como </a:t>
            </a: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"Nossa Bela Pátria"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6741" y="2373511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letra original foi escrita por </a:t>
            </a: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Antun Mihanović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 1835. 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obra reflete o profundo amor pela natureza e a 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celebração da glória histórica do país.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66741" y="3202186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 um dos símbolos mais importantes da identidade e do patriotismo croata, cantado com grande orgulho em eventos oficiais e esportivos.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905356" y="1221581"/>
            <a:ext cx="3571875" cy="2742754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91106" y="1507331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spc="2" kern="0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LETRA ORIGINAL (CROATA)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91106" y="1878806"/>
            <a:ext cx="3000375" cy="133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14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Lijepa naša domovino,</a:t>
            </a:r>
            <a:r>
              <a:rPr lang="en-US" sz="14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
</a:t>
            </a:r>
            <a:r>
              <a:rPr lang="en-US" sz="14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Oj, junačka zemljo mila,</a:t>
            </a:r>
            <a:r>
              <a:rPr lang="en-US" sz="14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
</a:t>
            </a:r>
            <a:r>
              <a:rPr lang="en-US" sz="14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Stare slave djedovino,</a:t>
            </a:r>
            <a:r>
              <a:rPr lang="en-US" sz="14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
</a:t>
            </a:r>
            <a:r>
              <a:rPr lang="en-US" sz="14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 bi vazda sretna bila!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191106" y="3430339"/>
            <a:ext cx="3000375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Antun Mihanović, 1835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07494" y="285750"/>
            <a:ext cx="3529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Símbolos e Identidade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221581"/>
            <a:ext cx="3214688" cy="2143125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21581"/>
            <a:ext cx="3214688" cy="2143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71938" y="1293019"/>
            <a:ext cx="81617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Šahovnica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071938" y="1607344"/>
            <a:ext cx="221456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famoso padrão quadriculado em vermelho e branco é o símbolo histórico mais forte da nação croata.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500813" y="1293019"/>
            <a:ext cx="62329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Regiões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500813" y="1607344"/>
            <a:ext cx="221456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Acima do escudo, cinco pequenos brasões representam as províncias históricas que compõem o país.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071938" y="2471738"/>
            <a:ext cx="60900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Futebol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071938" y="2786063"/>
            <a:ext cx="221456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identidade visual é mundialmente reconhecida através da camisa quadriculada da seleção nacional.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500813" y="2471738"/>
            <a:ext cx="46255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União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500813" y="2786063"/>
            <a:ext cx="221456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bandeira integra as cores eslavas e o brasão para representar a história e a união do povo.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54734" y="285750"/>
            <a:ext cx="48345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Histórico em Copas do Mundo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2016323" y="1150144"/>
            <a:ext cx="1387673" cy="951905"/>
          </a:xfrm>
          <a:prstGeom prst="rect">
            <a:avLst/>
          </a:prstGeom>
          <a:solidFill>
            <a:srgbClr val="FFFFFF"/>
          </a:solidFill>
          <a:ln w="27432">
            <a:solidFill>
              <a:srgbClr val="0033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30648" y="1293019"/>
            <a:ext cx="75902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6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2330648" y="1750219"/>
            <a:ext cx="75902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DISPUTADAS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732609" y="1150144"/>
            <a:ext cx="1303734" cy="951905"/>
          </a:xfrm>
          <a:prstGeom prst="rect">
            <a:avLst/>
          </a:prstGeom>
          <a:solidFill>
            <a:srgbClr val="FFFFFF"/>
          </a:solidFill>
          <a:ln w="27432">
            <a:solidFill>
              <a:srgbClr val="0033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46934" y="1293019"/>
            <a:ext cx="67508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3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4046934" y="1750219"/>
            <a:ext cx="67508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MEDALHAS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364956" y="1150144"/>
            <a:ext cx="1705570" cy="951905"/>
          </a:xfrm>
          <a:prstGeom prst="rect">
            <a:avLst/>
          </a:prstGeom>
          <a:solidFill>
            <a:srgbClr val="FFFFFF"/>
          </a:solidFill>
          <a:ln w="27432">
            <a:solidFill>
              <a:srgbClr val="003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79281" y="1293019"/>
            <a:ext cx="10769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2026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5679281" y="1750219"/>
            <a:ext cx="107692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PRÓXIMA PARADA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402086"/>
            <a:ext cx="2647931" cy="1001911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402086"/>
            <a:ext cx="2647931" cy="5715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5" name="Text 12"/>
          <p:cNvSpPr/>
          <p:nvPr/>
        </p:nvSpPr>
        <p:spPr>
          <a:xfrm>
            <a:off x="600075" y="2544961"/>
            <a:ext cx="2362181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1998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0075" y="2846784"/>
            <a:ext cx="2362181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FRANÇA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0075" y="3052167"/>
            <a:ext cx="2362181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3º LUGAR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48006" y="2402086"/>
            <a:ext cx="2647959" cy="1001911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9" name="Shape 16"/>
          <p:cNvSpPr/>
          <p:nvPr/>
        </p:nvSpPr>
        <p:spPr>
          <a:xfrm>
            <a:off x="3248006" y="2402086"/>
            <a:ext cx="2647959" cy="5715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0" name="Text 17"/>
          <p:cNvSpPr/>
          <p:nvPr/>
        </p:nvSpPr>
        <p:spPr>
          <a:xfrm>
            <a:off x="3390881" y="2544961"/>
            <a:ext cx="2362209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2018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390881" y="2846784"/>
            <a:ext cx="2362209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RÚSSIA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390881" y="3052167"/>
            <a:ext cx="2362209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VICE-CAMPEÃ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38841" y="2402086"/>
            <a:ext cx="2647931" cy="1001911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8841" y="2402086"/>
            <a:ext cx="2647931" cy="5715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5" name="Text 22"/>
          <p:cNvSpPr/>
          <p:nvPr/>
        </p:nvSpPr>
        <p:spPr>
          <a:xfrm>
            <a:off x="6181716" y="2544961"/>
            <a:ext cx="2362181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2022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181716" y="2846784"/>
            <a:ext cx="2362181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CATAR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181716" y="3052167"/>
            <a:ext cx="2362181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3º LUGAR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30611" y="3561159"/>
            <a:ext cx="5082778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Participações também em: 2002 (Fase de Grupos), 2006 (Fase de Grupos) e 2014 (Fase de Grupos).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1249" y="285750"/>
            <a:ext cx="3441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Curiosidades Croatas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150144"/>
            <a:ext cx="4054078" cy="8918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150144"/>
            <a:ext cx="57150" cy="891853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293019"/>
            <a:ext cx="37683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Invenção da Gravata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1559123"/>
            <a:ext cx="376832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gravata foi inventada na Croácia no século XVII. A palavra deriva </a:t>
            </a: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</a:t>
            </a: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kravat</a:t>
            </a: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1297" y="1150144"/>
            <a:ext cx="4054078" cy="8918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661297" y="1150144"/>
            <a:ext cx="57150" cy="891853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0" name="Text 7"/>
          <p:cNvSpPr/>
          <p:nvPr/>
        </p:nvSpPr>
        <p:spPr>
          <a:xfrm>
            <a:off x="4804172" y="1293019"/>
            <a:ext cx="37683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Origem dos Dálmatas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04172" y="1559123"/>
            <a:ext cx="376832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 famosos cães dálmatas têm origem na região da </a:t>
            </a: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Costa </a:t>
            </a: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Dalmácia</a:t>
            </a: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na Croácia.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8625" y="2220590"/>
            <a:ext cx="4054078" cy="8918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2220590"/>
            <a:ext cx="57150" cy="891853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363465"/>
            <a:ext cx="37683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 Menor Cidade do Mundo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" y="2629570"/>
            <a:ext cx="376832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cidade de </a:t>
            </a: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</a:t>
            </a: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entrou para o Guinness como a menor do mundo, </a:t>
            </a: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apenas 20 moradores.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1297" y="2220590"/>
            <a:ext cx="4054078" cy="8918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661297" y="2220590"/>
            <a:ext cx="57150" cy="891853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4804172" y="2363465"/>
            <a:ext cx="37683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Órgão do Mar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4172" y="2629570"/>
            <a:ext cx="376832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Zadar, existe um órgão tocado pelas ondas do mar, criando sons harmônicos únicos.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28625" y="3291036"/>
            <a:ext cx="4054078" cy="8918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291036"/>
            <a:ext cx="57150" cy="891853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3433911"/>
            <a:ext cx="37683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Ilha do Amor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1500" y="3700016"/>
            <a:ext cx="376832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Ilha de </a:t>
            </a: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Galesnjak</a:t>
            </a: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possui um formato natural de coração perfeito.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61297" y="3291036"/>
            <a:ext cx="4054078" cy="8918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661297" y="3291036"/>
            <a:ext cx="57150" cy="891853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4804172" y="3433911"/>
            <a:ext cx="37683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Viagem Grátis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04172" y="3700016"/>
            <a:ext cx="376832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Quem nasce na barca entre Split e Hvar ganha passagens grátis </a:t>
            </a: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pelo </a:t>
            </a: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resto da vida</a:t>
            </a:r>
            <a:r>
              <a:rPr lang="en-US" sz="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2026-06-22T16:32:12Z</dcterms:created>
  <dcterms:modified xsi:type="dcterms:W3CDTF">2026-06-22T16:32:12Z</dcterms:modified>
</cp:coreProperties>
</file>